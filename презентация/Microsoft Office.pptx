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03B722-E659-4091-A0A1-A9F14EEFB0B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D930770-5280-4484-BC8E-CF9D1ACF4E68}">
      <dgm:prSet phldrT="[Текст]"/>
      <dgm:spPr/>
      <dgm:t>
        <a:bodyPr/>
        <a:lstStyle/>
        <a:p>
          <a:r>
            <a:rPr lang="en-US" dirty="0" smtClean="0"/>
            <a:t>MS Power Point</a:t>
          </a:r>
          <a:endParaRPr lang="ru-RU" dirty="0"/>
        </a:p>
      </dgm:t>
    </dgm:pt>
    <dgm:pt modelId="{DA8F65CD-F0BA-495F-857E-97D416D67FF1}" type="parTrans" cxnId="{D198CC4C-C4BD-4586-BA20-551D2530144A}">
      <dgm:prSet/>
      <dgm:spPr/>
      <dgm:t>
        <a:bodyPr/>
        <a:lstStyle/>
        <a:p>
          <a:endParaRPr lang="ru-RU"/>
        </a:p>
      </dgm:t>
    </dgm:pt>
    <dgm:pt modelId="{306192C0-3E1E-4744-93FB-E900F0A8AAD0}" type="sibTrans" cxnId="{D198CC4C-C4BD-4586-BA20-551D2530144A}">
      <dgm:prSet/>
      <dgm:spPr/>
      <dgm:t>
        <a:bodyPr/>
        <a:lstStyle/>
        <a:p>
          <a:endParaRPr lang="ru-RU"/>
        </a:p>
      </dgm:t>
    </dgm:pt>
    <dgm:pt modelId="{3ED107E8-6C94-45C6-805D-F068ECBF1112}">
      <dgm:prSet phldrT="[Текст]"/>
      <dgm:spPr/>
      <dgm:t>
        <a:bodyPr/>
        <a:lstStyle/>
        <a:p>
          <a:r>
            <a:rPr lang="en-US" dirty="0" smtClean="0"/>
            <a:t>MS Word</a:t>
          </a:r>
          <a:endParaRPr lang="ru-RU" dirty="0"/>
        </a:p>
      </dgm:t>
    </dgm:pt>
    <dgm:pt modelId="{D936632E-EE11-4E49-A050-DA70A18906F0}" type="parTrans" cxnId="{78160636-12F2-4165-B537-7E19947B41F7}">
      <dgm:prSet/>
      <dgm:spPr/>
      <dgm:t>
        <a:bodyPr/>
        <a:lstStyle/>
        <a:p>
          <a:endParaRPr lang="ru-RU"/>
        </a:p>
      </dgm:t>
    </dgm:pt>
    <dgm:pt modelId="{ECB06276-86EA-4185-8BFE-4D0F5CAFE0F3}" type="sibTrans" cxnId="{78160636-12F2-4165-B537-7E19947B41F7}">
      <dgm:prSet/>
      <dgm:spPr/>
      <dgm:t>
        <a:bodyPr/>
        <a:lstStyle/>
        <a:p>
          <a:endParaRPr lang="ru-RU"/>
        </a:p>
      </dgm:t>
    </dgm:pt>
    <dgm:pt modelId="{810A62EB-6001-4019-B35E-15BEF00319B2}">
      <dgm:prSet phldrT="[Текст]"/>
      <dgm:spPr/>
      <dgm:t>
        <a:bodyPr/>
        <a:lstStyle/>
        <a:p>
          <a:r>
            <a:rPr lang="en-US" dirty="0" smtClean="0"/>
            <a:t>MS Excel</a:t>
          </a:r>
          <a:endParaRPr lang="ru-RU" dirty="0"/>
        </a:p>
      </dgm:t>
    </dgm:pt>
    <dgm:pt modelId="{A16E2DA1-CECD-473E-8D0B-4FB07041023C}" type="parTrans" cxnId="{12850EB2-024B-431F-AED1-D0529D6ED73D}">
      <dgm:prSet/>
      <dgm:spPr/>
      <dgm:t>
        <a:bodyPr/>
        <a:lstStyle/>
        <a:p>
          <a:endParaRPr lang="ru-RU"/>
        </a:p>
      </dgm:t>
    </dgm:pt>
    <dgm:pt modelId="{2633179A-66E2-487B-A048-0F4ED099EB4D}" type="sibTrans" cxnId="{12850EB2-024B-431F-AED1-D0529D6ED73D}">
      <dgm:prSet/>
      <dgm:spPr/>
      <dgm:t>
        <a:bodyPr/>
        <a:lstStyle/>
        <a:p>
          <a:endParaRPr lang="ru-RU"/>
        </a:p>
      </dgm:t>
    </dgm:pt>
    <dgm:pt modelId="{85E35EF8-C131-4176-9B91-53231E1955C1}">
      <dgm:prSet phldrT="[Текст]"/>
      <dgm:spPr/>
      <dgm:t>
        <a:bodyPr/>
        <a:lstStyle/>
        <a:p>
          <a:r>
            <a:rPr lang="en-US" dirty="0" smtClean="0"/>
            <a:t>MS Access</a:t>
          </a:r>
          <a:endParaRPr lang="ru-RU" dirty="0"/>
        </a:p>
      </dgm:t>
    </dgm:pt>
    <dgm:pt modelId="{4D4B81D5-9834-4952-B2CF-C8270911B7D5}" type="parTrans" cxnId="{A72FFEEC-1A0C-4A48-8D84-6F3C1CFB4F97}">
      <dgm:prSet/>
      <dgm:spPr/>
      <dgm:t>
        <a:bodyPr/>
        <a:lstStyle/>
        <a:p>
          <a:endParaRPr lang="ru-RU"/>
        </a:p>
      </dgm:t>
    </dgm:pt>
    <dgm:pt modelId="{2DC1ED1E-FD26-4773-BE87-078B0FC82319}" type="sibTrans" cxnId="{A72FFEEC-1A0C-4A48-8D84-6F3C1CFB4F97}">
      <dgm:prSet/>
      <dgm:spPr/>
      <dgm:t>
        <a:bodyPr/>
        <a:lstStyle/>
        <a:p>
          <a:endParaRPr lang="ru-RU"/>
        </a:p>
      </dgm:t>
    </dgm:pt>
    <dgm:pt modelId="{D5694836-CB45-4461-BF00-27A74B214D63}" type="pres">
      <dgm:prSet presAssocID="{E803B722-E659-4091-A0A1-A9F14EEFB0B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9FFF9EE-D979-40A6-908F-35E76218220D}" type="pres">
      <dgm:prSet presAssocID="{7D930770-5280-4484-BC8E-CF9D1ACF4E68}" presName="hierRoot1" presStyleCnt="0">
        <dgm:presLayoutVars>
          <dgm:hierBranch val="init"/>
        </dgm:presLayoutVars>
      </dgm:prSet>
      <dgm:spPr/>
    </dgm:pt>
    <dgm:pt modelId="{84F28BB1-2279-4848-AB6A-E661F9BD5D7C}" type="pres">
      <dgm:prSet presAssocID="{7D930770-5280-4484-BC8E-CF9D1ACF4E68}" presName="rootComposite1" presStyleCnt="0"/>
      <dgm:spPr/>
    </dgm:pt>
    <dgm:pt modelId="{C6D51D6E-CB51-4BAE-ABA6-06D3A7E14DB3}" type="pres">
      <dgm:prSet presAssocID="{7D930770-5280-4484-BC8E-CF9D1ACF4E68}" presName="rootText1" presStyleLbl="node0" presStyleIdx="0" presStyleCnt="1" custScaleX="1883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0B39840-87DC-4C92-95C0-50137012CCB4}" type="pres">
      <dgm:prSet presAssocID="{7D930770-5280-4484-BC8E-CF9D1ACF4E68}" presName="rootConnector1" presStyleLbl="node1" presStyleIdx="0" presStyleCnt="0"/>
      <dgm:spPr/>
    </dgm:pt>
    <dgm:pt modelId="{F4679F90-8FA3-4C60-96F1-E1787FF807F3}" type="pres">
      <dgm:prSet presAssocID="{7D930770-5280-4484-BC8E-CF9D1ACF4E68}" presName="hierChild2" presStyleCnt="0"/>
      <dgm:spPr/>
    </dgm:pt>
    <dgm:pt modelId="{133B25DF-D009-4BF2-B08A-3F3F3BF2EB2E}" type="pres">
      <dgm:prSet presAssocID="{D936632E-EE11-4E49-A050-DA70A18906F0}" presName="Name37" presStyleLbl="parChTrans1D2" presStyleIdx="0" presStyleCnt="3"/>
      <dgm:spPr/>
    </dgm:pt>
    <dgm:pt modelId="{72366679-6B4B-4EF3-B6FA-01C192B5675D}" type="pres">
      <dgm:prSet presAssocID="{3ED107E8-6C94-45C6-805D-F068ECBF1112}" presName="hierRoot2" presStyleCnt="0">
        <dgm:presLayoutVars>
          <dgm:hierBranch val="init"/>
        </dgm:presLayoutVars>
      </dgm:prSet>
      <dgm:spPr/>
    </dgm:pt>
    <dgm:pt modelId="{DDB2A34D-3CEF-4B3B-98AE-4BBA1832D771}" type="pres">
      <dgm:prSet presAssocID="{3ED107E8-6C94-45C6-805D-F068ECBF1112}" presName="rootComposite" presStyleCnt="0"/>
      <dgm:spPr/>
    </dgm:pt>
    <dgm:pt modelId="{BCA09E09-B288-4DF0-B7A8-EDE19C2960F4}" type="pres">
      <dgm:prSet presAssocID="{3ED107E8-6C94-45C6-805D-F068ECBF1112}" presName="rootText" presStyleLbl="node2" presStyleIdx="0" presStyleCnt="3">
        <dgm:presLayoutVars>
          <dgm:chPref val="3"/>
        </dgm:presLayoutVars>
      </dgm:prSet>
      <dgm:spPr/>
    </dgm:pt>
    <dgm:pt modelId="{974E4C08-FE55-4509-89ED-93928A041E4B}" type="pres">
      <dgm:prSet presAssocID="{3ED107E8-6C94-45C6-805D-F068ECBF1112}" presName="rootConnector" presStyleLbl="node2" presStyleIdx="0" presStyleCnt="3"/>
      <dgm:spPr/>
    </dgm:pt>
    <dgm:pt modelId="{30E0625F-7B02-49EB-A25E-47A94484CB08}" type="pres">
      <dgm:prSet presAssocID="{3ED107E8-6C94-45C6-805D-F068ECBF1112}" presName="hierChild4" presStyleCnt="0"/>
      <dgm:spPr/>
    </dgm:pt>
    <dgm:pt modelId="{087FAAB3-8DAA-447D-88CC-9053874B0815}" type="pres">
      <dgm:prSet presAssocID="{3ED107E8-6C94-45C6-805D-F068ECBF1112}" presName="hierChild5" presStyleCnt="0"/>
      <dgm:spPr/>
    </dgm:pt>
    <dgm:pt modelId="{AC90855E-4FC3-49C6-AF7D-0E261DFDDE88}" type="pres">
      <dgm:prSet presAssocID="{A16E2DA1-CECD-473E-8D0B-4FB07041023C}" presName="Name37" presStyleLbl="parChTrans1D2" presStyleIdx="1" presStyleCnt="3"/>
      <dgm:spPr/>
    </dgm:pt>
    <dgm:pt modelId="{B257095A-B439-4EDC-88AE-4B0BEABC6858}" type="pres">
      <dgm:prSet presAssocID="{810A62EB-6001-4019-B35E-15BEF00319B2}" presName="hierRoot2" presStyleCnt="0">
        <dgm:presLayoutVars>
          <dgm:hierBranch val="init"/>
        </dgm:presLayoutVars>
      </dgm:prSet>
      <dgm:spPr/>
    </dgm:pt>
    <dgm:pt modelId="{CFA2DEA3-4AC7-4972-981E-815508A98853}" type="pres">
      <dgm:prSet presAssocID="{810A62EB-6001-4019-B35E-15BEF00319B2}" presName="rootComposite" presStyleCnt="0"/>
      <dgm:spPr/>
    </dgm:pt>
    <dgm:pt modelId="{3A909030-DF0A-4891-8C68-A7548748B874}" type="pres">
      <dgm:prSet presAssocID="{810A62EB-6001-4019-B35E-15BEF00319B2}" presName="rootText" presStyleLbl="node2" presStyleIdx="1" presStyleCnt="3">
        <dgm:presLayoutVars>
          <dgm:chPref val="3"/>
        </dgm:presLayoutVars>
      </dgm:prSet>
      <dgm:spPr/>
    </dgm:pt>
    <dgm:pt modelId="{01AE99C7-0598-40FF-B470-D36619A2035E}" type="pres">
      <dgm:prSet presAssocID="{810A62EB-6001-4019-B35E-15BEF00319B2}" presName="rootConnector" presStyleLbl="node2" presStyleIdx="1" presStyleCnt="3"/>
      <dgm:spPr/>
    </dgm:pt>
    <dgm:pt modelId="{A5AFA61C-A8DD-49F9-BAD3-BD49A555312E}" type="pres">
      <dgm:prSet presAssocID="{810A62EB-6001-4019-B35E-15BEF00319B2}" presName="hierChild4" presStyleCnt="0"/>
      <dgm:spPr/>
    </dgm:pt>
    <dgm:pt modelId="{AC7D7379-95F6-4FD4-9B9D-A9A5A5F10B23}" type="pres">
      <dgm:prSet presAssocID="{810A62EB-6001-4019-B35E-15BEF00319B2}" presName="hierChild5" presStyleCnt="0"/>
      <dgm:spPr/>
    </dgm:pt>
    <dgm:pt modelId="{3178C2B8-3C09-4B54-AB80-C6DD68A61C46}" type="pres">
      <dgm:prSet presAssocID="{4D4B81D5-9834-4952-B2CF-C8270911B7D5}" presName="Name37" presStyleLbl="parChTrans1D2" presStyleIdx="2" presStyleCnt="3"/>
      <dgm:spPr/>
    </dgm:pt>
    <dgm:pt modelId="{BDB23456-5A3B-46AA-9AD2-17E6A5FBBDFB}" type="pres">
      <dgm:prSet presAssocID="{85E35EF8-C131-4176-9B91-53231E1955C1}" presName="hierRoot2" presStyleCnt="0">
        <dgm:presLayoutVars>
          <dgm:hierBranch val="init"/>
        </dgm:presLayoutVars>
      </dgm:prSet>
      <dgm:spPr/>
    </dgm:pt>
    <dgm:pt modelId="{EDD7B0F9-08A4-486A-9202-26922C4DB51A}" type="pres">
      <dgm:prSet presAssocID="{85E35EF8-C131-4176-9B91-53231E1955C1}" presName="rootComposite" presStyleCnt="0"/>
      <dgm:spPr/>
    </dgm:pt>
    <dgm:pt modelId="{1B95A4AA-816A-42A9-98B0-60D4713FC794}" type="pres">
      <dgm:prSet presAssocID="{85E35EF8-C131-4176-9B91-53231E1955C1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702B57D-F3E4-4105-878B-4817CC2340C1}" type="pres">
      <dgm:prSet presAssocID="{85E35EF8-C131-4176-9B91-53231E1955C1}" presName="rootConnector" presStyleLbl="node2" presStyleIdx="2" presStyleCnt="3"/>
      <dgm:spPr/>
    </dgm:pt>
    <dgm:pt modelId="{481882D2-82DC-42C4-8A22-A44FB9AB837C}" type="pres">
      <dgm:prSet presAssocID="{85E35EF8-C131-4176-9B91-53231E1955C1}" presName="hierChild4" presStyleCnt="0"/>
      <dgm:spPr/>
    </dgm:pt>
    <dgm:pt modelId="{E0F4A319-BC53-496F-BE52-B488D1CADB31}" type="pres">
      <dgm:prSet presAssocID="{85E35EF8-C131-4176-9B91-53231E1955C1}" presName="hierChild5" presStyleCnt="0"/>
      <dgm:spPr/>
    </dgm:pt>
    <dgm:pt modelId="{77933350-4BCF-4A90-A0A6-EC4955DAB7C0}" type="pres">
      <dgm:prSet presAssocID="{7D930770-5280-4484-BC8E-CF9D1ACF4E68}" presName="hierChild3" presStyleCnt="0"/>
      <dgm:spPr/>
    </dgm:pt>
  </dgm:ptLst>
  <dgm:cxnLst>
    <dgm:cxn modelId="{96F35B50-EF50-4B31-810F-1672218E8EFA}" type="presOf" srcId="{7D930770-5280-4484-BC8E-CF9D1ACF4E68}" destId="{C6D51D6E-CB51-4BAE-ABA6-06D3A7E14DB3}" srcOrd="0" destOrd="0" presId="urn:microsoft.com/office/officeart/2005/8/layout/orgChart1"/>
    <dgm:cxn modelId="{D5255D57-B7C9-470C-A7D2-7A47B584B57F}" type="presOf" srcId="{7D930770-5280-4484-BC8E-CF9D1ACF4E68}" destId="{30B39840-87DC-4C92-95C0-50137012CCB4}" srcOrd="1" destOrd="0" presId="urn:microsoft.com/office/officeart/2005/8/layout/orgChart1"/>
    <dgm:cxn modelId="{12850EB2-024B-431F-AED1-D0529D6ED73D}" srcId="{7D930770-5280-4484-BC8E-CF9D1ACF4E68}" destId="{810A62EB-6001-4019-B35E-15BEF00319B2}" srcOrd="1" destOrd="0" parTransId="{A16E2DA1-CECD-473E-8D0B-4FB07041023C}" sibTransId="{2633179A-66E2-487B-A048-0F4ED099EB4D}"/>
    <dgm:cxn modelId="{78160636-12F2-4165-B537-7E19947B41F7}" srcId="{7D930770-5280-4484-BC8E-CF9D1ACF4E68}" destId="{3ED107E8-6C94-45C6-805D-F068ECBF1112}" srcOrd="0" destOrd="0" parTransId="{D936632E-EE11-4E49-A050-DA70A18906F0}" sibTransId="{ECB06276-86EA-4185-8BFE-4D0F5CAFE0F3}"/>
    <dgm:cxn modelId="{EAF99837-0742-452A-8B5F-032CB027307F}" type="presOf" srcId="{810A62EB-6001-4019-B35E-15BEF00319B2}" destId="{01AE99C7-0598-40FF-B470-D36619A2035E}" srcOrd="1" destOrd="0" presId="urn:microsoft.com/office/officeart/2005/8/layout/orgChart1"/>
    <dgm:cxn modelId="{A72FFEEC-1A0C-4A48-8D84-6F3C1CFB4F97}" srcId="{7D930770-5280-4484-BC8E-CF9D1ACF4E68}" destId="{85E35EF8-C131-4176-9B91-53231E1955C1}" srcOrd="2" destOrd="0" parTransId="{4D4B81D5-9834-4952-B2CF-C8270911B7D5}" sibTransId="{2DC1ED1E-FD26-4773-BE87-078B0FC82319}"/>
    <dgm:cxn modelId="{9A874ECA-DFBE-490C-BE05-09EAB312617E}" type="presOf" srcId="{85E35EF8-C131-4176-9B91-53231E1955C1}" destId="{1702B57D-F3E4-4105-878B-4817CC2340C1}" srcOrd="1" destOrd="0" presId="urn:microsoft.com/office/officeart/2005/8/layout/orgChart1"/>
    <dgm:cxn modelId="{520B2CF8-F7C9-45A8-A93B-5B43064CF6B8}" type="presOf" srcId="{E803B722-E659-4091-A0A1-A9F14EEFB0B8}" destId="{D5694836-CB45-4461-BF00-27A74B214D63}" srcOrd="0" destOrd="0" presId="urn:microsoft.com/office/officeart/2005/8/layout/orgChart1"/>
    <dgm:cxn modelId="{C3DA724B-09AC-4313-A9DA-95DD593A4EFA}" type="presOf" srcId="{A16E2DA1-CECD-473E-8D0B-4FB07041023C}" destId="{AC90855E-4FC3-49C6-AF7D-0E261DFDDE88}" srcOrd="0" destOrd="0" presId="urn:microsoft.com/office/officeart/2005/8/layout/orgChart1"/>
    <dgm:cxn modelId="{EFC591E6-0D28-44F3-919B-FDD4207D0199}" type="presOf" srcId="{85E35EF8-C131-4176-9B91-53231E1955C1}" destId="{1B95A4AA-816A-42A9-98B0-60D4713FC794}" srcOrd="0" destOrd="0" presId="urn:microsoft.com/office/officeart/2005/8/layout/orgChart1"/>
    <dgm:cxn modelId="{168CABE2-393D-45D5-A279-F2F98F04B7A1}" type="presOf" srcId="{3ED107E8-6C94-45C6-805D-F068ECBF1112}" destId="{BCA09E09-B288-4DF0-B7A8-EDE19C2960F4}" srcOrd="0" destOrd="0" presId="urn:microsoft.com/office/officeart/2005/8/layout/orgChart1"/>
    <dgm:cxn modelId="{73A4F712-C1D3-4A17-A05C-F797FDA61BB4}" type="presOf" srcId="{810A62EB-6001-4019-B35E-15BEF00319B2}" destId="{3A909030-DF0A-4891-8C68-A7548748B874}" srcOrd="0" destOrd="0" presId="urn:microsoft.com/office/officeart/2005/8/layout/orgChart1"/>
    <dgm:cxn modelId="{ABCD7FAE-1D2A-49E4-B5E6-1955DEDD5D13}" type="presOf" srcId="{4D4B81D5-9834-4952-B2CF-C8270911B7D5}" destId="{3178C2B8-3C09-4B54-AB80-C6DD68A61C46}" srcOrd="0" destOrd="0" presId="urn:microsoft.com/office/officeart/2005/8/layout/orgChart1"/>
    <dgm:cxn modelId="{D198CC4C-C4BD-4586-BA20-551D2530144A}" srcId="{E803B722-E659-4091-A0A1-A9F14EEFB0B8}" destId="{7D930770-5280-4484-BC8E-CF9D1ACF4E68}" srcOrd="0" destOrd="0" parTransId="{DA8F65CD-F0BA-495F-857E-97D416D67FF1}" sibTransId="{306192C0-3E1E-4744-93FB-E900F0A8AAD0}"/>
    <dgm:cxn modelId="{68A0A860-522A-46DB-BB3D-3C50D82654B6}" type="presOf" srcId="{3ED107E8-6C94-45C6-805D-F068ECBF1112}" destId="{974E4C08-FE55-4509-89ED-93928A041E4B}" srcOrd="1" destOrd="0" presId="urn:microsoft.com/office/officeart/2005/8/layout/orgChart1"/>
    <dgm:cxn modelId="{4AD83F98-E12D-4071-A5A5-EDCD548E659A}" type="presOf" srcId="{D936632E-EE11-4E49-A050-DA70A18906F0}" destId="{133B25DF-D009-4BF2-B08A-3F3F3BF2EB2E}" srcOrd="0" destOrd="0" presId="urn:microsoft.com/office/officeart/2005/8/layout/orgChart1"/>
    <dgm:cxn modelId="{F0B54F93-7B95-432D-9FA6-B9D22A8F0797}" type="presParOf" srcId="{D5694836-CB45-4461-BF00-27A74B214D63}" destId="{C9FFF9EE-D979-40A6-908F-35E76218220D}" srcOrd="0" destOrd="0" presId="urn:microsoft.com/office/officeart/2005/8/layout/orgChart1"/>
    <dgm:cxn modelId="{EA55DCD3-BD43-4992-AD3D-75E6897441B1}" type="presParOf" srcId="{C9FFF9EE-D979-40A6-908F-35E76218220D}" destId="{84F28BB1-2279-4848-AB6A-E661F9BD5D7C}" srcOrd="0" destOrd="0" presId="urn:microsoft.com/office/officeart/2005/8/layout/orgChart1"/>
    <dgm:cxn modelId="{065B57A2-88DC-4B60-9F20-CDAAE70F47A3}" type="presParOf" srcId="{84F28BB1-2279-4848-AB6A-E661F9BD5D7C}" destId="{C6D51D6E-CB51-4BAE-ABA6-06D3A7E14DB3}" srcOrd="0" destOrd="0" presId="urn:microsoft.com/office/officeart/2005/8/layout/orgChart1"/>
    <dgm:cxn modelId="{51326BFC-B015-4B47-B042-5D8E30726B53}" type="presParOf" srcId="{84F28BB1-2279-4848-AB6A-E661F9BD5D7C}" destId="{30B39840-87DC-4C92-95C0-50137012CCB4}" srcOrd="1" destOrd="0" presId="urn:microsoft.com/office/officeart/2005/8/layout/orgChart1"/>
    <dgm:cxn modelId="{14C9AD96-35F8-4ADD-B555-08EB25FA42DF}" type="presParOf" srcId="{C9FFF9EE-D979-40A6-908F-35E76218220D}" destId="{F4679F90-8FA3-4C60-96F1-E1787FF807F3}" srcOrd="1" destOrd="0" presId="urn:microsoft.com/office/officeart/2005/8/layout/orgChart1"/>
    <dgm:cxn modelId="{27350408-F04E-4ED6-A30E-354025F600BB}" type="presParOf" srcId="{F4679F90-8FA3-4C60-96F1-E1787FF807F3}" destId="{133B25DF-D009-4BF2-B08A-3F3F3BF2EB2E}" srcOrd="0" destOrd="0" presId="urn:microsoft.com/office/officeart/2005/8/layout/orgChart1"/>
    <dgm:cxn modelId="{A4F31077-6A53-4E6A-B466-148589E59808}" type="presParOf" srcId="{F4679F90-8FA3-4C60-96F1-E1787FF807F3}" destId="{72366679-6B4B-4EF3-B6FA-01C192B5675D}" srcOrd="1" destOrd="0" presId="urn:microsoft.com/office/officeart/2005/8/layout/orgChart1"/>
    <dgm:cxn modelId="{CCEDFE10-DD87-430C-BC44-26F080145B53}" type="presParOf" srcId="{72366679-6B4B-4EF3-B6FA-01C192B5675D}" destId="{DDB2A34D-3CEF-4B3B-98AE-4BBA1832D771}" srcOrd="0" destOrd="0" presId="urn:microsoft.com/office/officeart/2005/8/layout/orgChart1"/>
    <dgm:cxn modelId="{88C2097D-34D3-4B7D-A4BB-E4FC23F2B98B}" type="presParOf" srcId="{DDB2A34D-3CEF-4B3B-98AE-4BBA1832D771}" destId="{BCA09E09-B288-4DF0-B7A8-EDE19C2960F4}" srcOrd="0" destOrd="0" presId="urn:microsoft.com/office/officeart/2005/8/layout/orgChart1"/>
    <dgm:cxn modelId="{8598F693-04C7-4BCA-BAF8-F24F9D1E7505}" type="presParOf" srcId="{DDB2A34D-3CEF-4B3B-98AE-4BBA1832D771}" destId="{974E4C08-FE55-4509-89ED-93928A041E4B}" srcOrd="1" destOrd="0" presId="urn:microsoft.com/office/officeart/2005/8/layout/orgChart1"/>
    <dgm:cxn modelId="{AE8ABBFB-198C-4070-8700-15364FABBB2F}" type="presParOf" srcId="{72366679-6B4B-4EF3-B6FA-01C192B5675D}" destId="{30E0625F-7B02-49EB-A25E-47A94484CB08}" srcOrd="1" destOrd="0" presId="urn:microsoft.com/office/officeart/2005/8/layout/orgChart1"/>
    <dgm:cxn modelId="{C55A9022-D81C-4BB6-8CAE-4D6E291878D3}" type="presParOf" srcId="{72366679-6B4B-4EF3-B6FA-01C192B5675D}" destId="{087FAAB3-8DAA-447D-88CC-9053874B0815}" srcOrd="2" destOrd="0" presId="urn:microsoft.com/office/officeart/2005/8/layout/orgChart1"/>
    <dgm:cxn modelId="{F3FDC345-E5D3-42A6-AD2E-5878D6CE62EE}" type="presParOf" srcId="{F4679F90-8FA3-4C60-96F1-E1787FF807F3}" destId="{AC90855E-4FC3-49C6-AF7D-0E261DFDDE88}" srcOrd="2" destOrd="0" presId="urn:microsoft.com/office/officeart/2005/8/layout/orgChart1"/>
    <dgm:cxn modelId="{6C5C2244-5E93-41C1-AD37-F43E081C3F97}" type="presParOf" srcId="{F4679F90-8FA3-4C60-96F1-E1787FF807F3}" destId="{B257095A-B439-4EDC-88AE-4B0BEABC6858}" srcOrd="3" destOrd="0" presId="urn:microsoft.com/office/officeart/2005/8/layout/orgChart1"/>
    <dgm:cxn modelId="{21273C4C-0231-4FEC-B219-DB93A8C587BB}" type="presParOf" srcId="{B257095A-B439-4EDC-88AE-4B0BEABC6858}" destId="{CFA2DEA3-4AC7-4972-981E-815508A98853}" srcOrd="0" destOrd="0" presId="urn:microsoft.com/office/officeart/2005/8/layout/orgChart1"/>
    <dgm:cxn modelId="{2FCCEA6D-F1F6-479E-B5BC-C7EC9EC5581D}" type="presParOf" srcId="{CFA2DEA3-4AC7-4972-981E-815508A98853}" destId="{3A909030-DF0A-4891-8C68-A7548748B874}" srcOrd="0" destOrd="0" presId="urn:microsoft.com/office/officeart/2005/8/layout/orgChart1"/>
    <dgm:cxn modelId="{A356D07C-C6E6-44A6-8FC9-AF88CE8081FA}" type="presParOf" srcId="{CFA2DEA3-4AC7-4972-981E-815508A98853}" destId="{01AE99C7-0598-40FF-B470-D36619A2035E}" srcOrd="1" destOrd="0" presId="urn:microsoft.com/office/officeart/2005/8/layout/orgChart1"/>
    <dgm:cxn modelId="{E441B424-607C-4017-95B0-640F333A5C59}" type="presParOf" srcId="{B257095A-B439-4EDC-88AE-4B0BEABC6858}" destId="{A5AFA61C-A8DD-49F9-BAD3-BD49A555312E}" srcOrd="1" destOrd="0" presId="urn:microsoft.com/office/officeart/2005/8/layout/orgChart1"/>
    <dgm:cxn modelId="{19B62126-6A6B-4708-9401-0673FC5D30C4}" type="presParOf" srcId="{B257095A-B439-4EDC-88AE-4B0BEABC6858}" destId="{AC7D7379-95F6-4FD4-9B9D-A9A5A5F10B23}" srcOrd="2" destOrd="0" presId="urn:microsoft.com/office/officeart/2005/8/layout/orgChart1"/>
    <dgm:cxn modelId="{8BA2F4C4-9776-4151-BE8C-2E20E068094F}" type="presParOf" srcId="{F4679F90-8FA3-4C60-96F1-E1787FF807F3}" destId="{3178C2B8-3C09-4B54-AB80-C6DD68A61C46}" srcOrd="4" destOrd="0" presId="urn:microsoft.com/office/officeart/2005/8/layout/orgChart1"/>
    <dgm:cxn modelId="{A3038822-D2FC-47C8-9616-0A9051AF34E9}" type="presParOf" srcId="{F4679F90-8FA3-4C60-96F1-E1787FF807F3}" destId="{BDB23456-5A3B-46AA-9AD2-17E6A5FBBDFB}" srcOrd="5" destOrd="0" presId="urn:microsoft.com/office/officeart/2005/8/layout/orgChart1"/>
    <dgm:cxn modelId="{9024BF22-6AE9-45BE-8966-52A3F9902A23}" type="presParOf" srcId="{BDB23456-5A3B-46AA-9AD2-17E6A5FBBDFB}" destId="{EDD7B0F9-08A4-486A-9202-26922C4DB51A}" srcOrd="0" destOrd="0" presId="urn:microsoft.com/office/officeart/2005/8/layout/orgChart1"/>
    <dgm:cxn modelId="{636F1929-6FB9-415D-8EF3-256C574A9588}" type="presParOf" srcId="{EDD7B0F9-08A4-486A-9202-26922C4DB51A}" destId="{1B95A4AA-816A-42A9-98B0-60D4713FC794}" srcOrd="0" destOrd="0" presId="urn:microsoft.com/office/officeart/2005/8/layout/orgChart1"/>
    <dgm:cxn modelId="{08047F24-4E00-4008-B5B5-5A39B91163CB}" type="presParOf" srcId="{EDD7B0F9-08A4-486A-9202-26922C4DB51A}" destId="{1702B57D-F3E4-4105-878B-4817CC2340C1}" srcOrd="1" destOrd="0" presId="urn:microsoft.com/office/officeart/2005/8/layout/orgChart1"/>
    <dgm:cxn modelId="{32078D86-3F04-4E11-89D9-EFBEB78F1B1F}" type="presParOf" srcId="{BDB23456-5A3B-46AA-9AD2-17E6A5FBBDFB}" destId="{481882D2-82DC-42C4-8A22-A44FB9AB837C}" srcOrd="1" destOrd="0" presId="urn:microsoft.com/office/officeart/2005/8/layout/orgChart1"/>
    <dgm:cxn modelId="{28DB2B7F-D6E9-46D4-A123-21C2068FBA13}" type="presParOf" srcId="{BDB23456-5A3B-46AA-9AD2-17E6A5FBBDFB}" destId="{E0F4A319-BC53-496F-BE52-B488D1CADB31}" srcOrd="2" destOrd="0" presId="urn:microsoft.com/office/officeart/2005/8/layout/orgChart1"/>
    <dgm:cxn modelId="{4CAC6C36-9B06-46FF-AEFC-9E53569C1305}" type="presParOf" srcId="{C9FFF9EE-D979-40A6-908F-35E76218220D}" destId="{77933350-4BCF-4A90-A0A6-EC4955DAB7C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8C2B8-3C09-4B54-AB80-C6DD68A61C46}">
      <dsp:nvSpPr>
        <dsp:cNvPr id="0" name=""/>
        <dsp:cNvSpPr/>
      </dsp:nvSpPr>
      <dsp:spPr>
        <a:xfrm>
          <a:off x="4457700" y="1615443"/>
          <a:ext cx="3153855" cy="547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681"/>
              </a:lnTo>
              <a:lnTo>
                <a:pt x="3153855" y="273681"/>
              </a:lnTo>
              <a:lnTo>
                <a:pt x="3153855" y="54736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90855E-4FC3-49C6-AF7D-0E261DFDDE88}">
      <dsp:nvSpPr>
        <dsp:cNvPr id="0" name=""/>
        <dsp:cNvSpPr/>
      </dsp:nvSpPr>
      <dsp:spPr>
        <a:xfrm>
          <a:off x="4411980" y="1615443"/>
          <a:ext cx="91440" cy="5473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736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3B25DF-D009-4BF2-B08A-3F3F3BF2EB2E}">
      <dsp:nvSpPr>
        <dsp:cNvPr id="0" name=""/>
        <dsp:cNvSpPr/>
      </dsp:nvSpPr>
      <dsp:spPr>
        <a:xfrm>
          <a:off x="1303844" y="1615443"/>
          <a:ext cx="3153855" cy="547363"/>
        </a:xfrm>
        <a:custGeom>
          <a:avLst/>
          <a:gdLst/>
          <a:ahLst/>
          <a:cxnLst/>
          <a:rect l="0" t="0" r="0" b="0"/>
          <a:pathLst>
            <a:path>
              <a:moveTo>
                <a:pt x="3153855" y="0"/>
              </a:moveTo>
              <a:lnTo>
                <a:pt x="3153855" y="273681"/>
              </a:lnTo>
              <a:lnTo>
                <a:pt x="0" y="273681"/>
              </a:lnTo>
              <a:lnTo>
                <a:pt x="0" y="54736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D51D6E-CB51-4BAE-ABA6-06D3A7E14DB3}">
      <dsp:nvSpPr>
        <dsp:cNvPr id="0" name=""/>
        <dsp:cNvSpPr/>
      </dsp:nvSpPr>
      <dsp:spPr>
        <a:xfrm>
          <a:off x="2002736" y="312197"/>
          <a:ext cx="4909927" cy="13032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MS Power Point</a:t>
          </a:r>
          <a:endParaRPr lang="ru-RU" sz="4400" kern="1200" dirty="0"/>
        </a:p>
      </dsp:txBody>
      <dsp:txXfrm>
        <a:off x="2002736" y="312197"/>
        <a:ext cx="4909927" cy="1303246"/>
      </dsp:txXfrm>
    </dsp:sp>
    <dsp:sp modelId="{BCA09E09-B288-4DF0-B7A8-EDE19C2960F4}">
      <dsp:nvSpPr>
        <dsp:cNvPr id="0" name=""/>
        <dsp:cNvSpPr/>
      </dsp:nvSpPr>
      <dsp:spPr>
        <a:xfrm>
          <a:off x="598" y="2162806"/>
          <a:ext cx="2606492" cy="13032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MS Word</a:t>
          </a:r>
          <a:endParaRPr lang="ru-RU" sz="4400" kern="1200" dirty="0"/>
        </a:p>
      </dsp:txBody>
      <dsp:txXfrm>
        <a:off x="598" y="2162806"/>
        <a:ext cx="2606492" cy="1303246"/>
      </dsp:txXfrm>
    </dsp:sp>
    <dsp:sp modelId="{3A909030-DF0A-4891-8C68-A7548748B874}">
      <dsp:nvSpPr>
        <dsp:cNvPr id="0" name=""/>
        <dsp:cNvSpPr/>
      </dsp:nvSpPr>
      <dsp:spPr>
        <a:xfrm>
          <a:off x="3154453" y="2162806"/>
          <a:ext cx="2606492" cy="13032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MS Excel</a:t>
          </a:r>
          <a:endParaRPr lang="ru-RU" sz="4400" kern="1200" dirty="0"/>
        </a:p>
      </dsp:txBody>
      <dsp:txXfrm>
        <a:off x="3154453" y="2162806"/>
        <a:ext cx="2606492" cy="1303246"/>
      </dsp:txXfrm>
    </dsp:sp>
    <dsp:sp modelId="{1B95A4AA-816A-42A9-98B0-60D4713FC794}">
      <dsp:nvSpPr>
        <dsp:cNvPr id="0" name=""/>
        <dsp:cNvSpPr/>
      </dsp:nvSpPr>
      <dsp:spPr>
        <a:xfrm>
          <a:off x="6308309" y="2162806"/>
          <a:ext cx="2606492" cy="13032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MS Access</a:t>
          </a:r>
          <a:endParaRPr lang="ru-RU" sz="4400" kern="1200" dirty="0"/>
        </a:p>
      </dsp:txBody>
      <dsp:txXfrm>
        <a:off x="6308309" y="2162806"/>
        <a:ext cx="2606492" cy="1303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481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268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365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67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718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712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433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009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306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416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4202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457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5049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698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526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814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666BF-5D97-4F96-87BC-6F0EA53E088D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631005A-B656-4C62-A577-DCAFD3CC7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76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Microsoft Office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Краткая характеристика изученных программ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87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Оглавление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hlinkClick r:id="rId2" action="ppaction://hlinksldjump"/>
              </a:rPr>
              <a:t>Текстовый редактор </a:t>
            </a:r>
            <a:r>
              <a:rPr lang="en-US" dirty="0" smtClean="0">
                <a:hlinkClick r:id="rId2" action="ppaction://hlinksldjump"/>
              </a:rPr>
              <a:t>MS Word</a:t>
            </a:r>
            <a:endParaRPr lang="en-US" dirty="0" smtClean="0"/>
          </a:p>
          <a:p>
            <a:r>
              <a:rPr lang="ru-RU" dirty="0" smtClean="0">
                <a:hlinkClick r:id="rId3" action="ppaction://hlinksldjump"/>
              </a:rPr>
              <a:t>Табличный процессор </a:t>
            </a:r>
            <a:r>
              <a:rPr lang="en-US" dirty="0" smtClean="0">
                <a:hlinkClick r:id="rId3" action="ppaction://hlinksldjump"/>
              </a:rPr>
              <a:t>MS Excel</a:t>
            </a:r>
            <a:endParaRPr lang="en-US" dirty="0" smtClean="0"/>
          </a:p>
          <a:p>
            <a:r>
              <a:rPr lang="ru-RU" dirty="0" smtClean="0">
                <a:hlinkClick r:id="rId4" action="ppaction://hlinksldjump"/>
              </a:rPr>
              <a:t>СУБД</a:t>
            </a:r>
            <a:r>
              <a:rPr lang="en-US" dirty="0" smtClean="0">
                <a:hlinkClick r:id="rId4" action="ppaction://hlinksldjump"/>
              </a:rPr>
              <a:t> MS Access</a:t>
            </a:r>
            <a:endParaRPr lang="en-US" dirty="0" smtClean="0"/>
          </a:p>
          <a:p>
            <a:r>
              <a:rPr lang="en-US" dirty="0" smtClean="0">
                <a:hlinkClick r:id="rId5" action="ppaction://hlinksldjump"/>
              </a:rPr>
              <a:t>MS Power Point</a:t>
            </a:r>
            <a:endParaRPr lang="en-US" dirty="0" smtClean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169471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Текстовый редактор </a:t>
            </a:r>
            <a:r>
              <a:rPr lang="en-US" dirty="0" smtClean="0"/>
              <a:t>MS Word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Текстовый редактор позволяет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ru-RU" dirty="0" smtClean="0"/>
              <a:t>создавать текстовые документы;</a:t>
            </a:r>
          </a:p>
          <a:p>
            <a:r>
              <a:rPr lang="ru-RU" dirty="0" smtClean="0"/>
              <a:t>формировать текст и оформлять абзацы документов;</a:t>
            </a:r>
          </a:p>
          <a:p>
            <a:r>
              <a:rPr lang="ru-RU" dirty="0" smtClean="0"/>
              <a:t>вводить колонтитулы в документ;</a:t>
            </a:r>
          </a:p>
          <a:p>
            <a:r>
              <a:rPr lang="ru-RU" dirty="0" smtClean="0"/>
              <a:t>создавать и форматировать таблицы;</a:t>
            </a:r>
          </a:p>
          <a:p>
            <a:r>
              <a:rPr lang="ru-RU" dirty="0" smtClean="0"/>
              <a:t>оформлять списки в текстовых документах;</a:t>
            </a:r>
          </a:p>
          <a:p>
            <a:r>
              <a:rPr lang="ru-RU" dirty="0" smtClean="0"/>
              <a:t>представлять текст в виде нескольких колонок;</a:t>
            </a:r>
          </a:p>
          <a:p>
            <a:r>
              <a:rPr lang="ru-RU" dirty="0" smtClean="0"/>
              <a:t>вставлять в документ рисунки;</a:t>
            </a:r>
          </a:p>
          <a:p>
            <a:r>
              <a:rPr lang="ru-RU" dirty="0" smtClean="0"/>
              <a:t>готовить документ к печати</a:t>
            </a:r>
          </a:p>
          <a:p>
            <a:endParaRPr lang="en-US" dirty="0" smtClean="0"/>
          </a:p>
        </p:txBody>
      </p:sp>
      <p:sp>
        <p:nvSpPr>
          <p:cNvPr id="4" name="Стрелка вправо 3">
            <a:hlinkClick r:id="rId2" action="ppaction://hlinksldjump"/>
          </p:cNvPr>
          <p:cNvSpPr/>
          <p:nvPr/>
        </p:nvSpPr>
        <p:spPr>
          <a:xfrm>
            <a:off x="10673542" y="5685905"/>
            <a:ext cx="989214" cy="407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171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Табличный процессор </a:t>
            </a:r>
            <a:r>
              <a:rPr lang="en-US" dirty="0" smtClean="0"/>
              <a:t>MS Excel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3600" dirty="0" smtClean="0"/>
              <a:t>ввод данных в ячейки;</a:t>
            </a:r>
          </a:p>
          <a:p>
            <a:r>
              <a:rPr lang="ru-RU" sz="3600" dirty="0" smtClean="0"/>
              <a:t>автозаполнение ячеек;</a:t>
            </a:r>
          </a:p>
          <a:p>
            <a:r>
              <a:rPr lang="ru-RU" sz="3600" dirty="0" smtClean="0"/>
              <a:t>применение относительной и абсолютной адресации;</a:t>
            </a:r>
          </a:p>
          <a:p>
            <a:r>
              <a:rPr lang="ru-RU" sz="3600" dirty="0" smtClean="0"/>
              <a:t>организация расчетов;</a:t>
            </a:r>
          </a:p>
          <a:p>
            <a:endParaRPr lang="ru-RU" sz="3600" dirty="0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3600" dirty="0" smtClean="0"/>
              <a:t>сортировка данных;</a:t>
            </a:r>
          </a:p>
          <a:p>
            <a:r>
              <a:rPr lang="ru-RU" sz="3600" dirty="0" smtClean="0"/>
              <a:t>построение и формирование диаграмм;</a:t>
            </a:r>
          </a:p>
          <a:p>
            <a:r>
              <a:rPr lang="ru-RU" sz="3600" dirty="0" smtClean="0"/>
              <a:t>использование функций в расчётах;</a:t>
            </a:r>
          </a:p>
          <a:p>
            <a:r>
              <a:rPr lang="ru-RU" sz="3600" dirty="0" smtClean="0"/>
              <a:t>фильтрация данных и условное форматирование</a:t>
            </a:r>
            <a:endParaRPr lang="ru-RU" sz="3600" dirty="0"/>
          </a:p>
        </p:txBody>
      </p:sp>
      <p:sp>
        <p:nvSpPr>
          <p:cNvPr id="5" name="Стрелка вправо 4">
            <a:hlinkClick r:id="rId2" action="ppaction://hlinksldjump"/>
          </p:cNvPr>
          <p:cNvSpPr/>
          <p:nvPr/>
        </p:nvSpPr>
        <p:spPr>
          <a:xfrm>
            <a:off x="9933709" y="5735782"/>
            <a:ext cx="1363287" cy="507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690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СУБД </a:t>
            </a:r>
            <a:r>
              <a:rPr lang="en-US" dirty="0" smtClean="0"/>
              <a:t>MS Access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806218"/>
              </p:ext>
            </p:extLst>
          </p:nvPr>
        </p:nvGraphicFramePr>
        <p:xfrm>
          <a:off x="2589213" y="2133600"/>
          <a:ext cx="89154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3516370042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53958046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Проектирование базы данных</a:t>
                      </a:r>
                      <a:endParaRPr lang="ru-RU" dirty="0"/>
                    </a:p>
                  </a:txBody>
                  <a:tcPr marL="77525" marR="77525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122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Таблицы</a:t>
                      </a:r>
                    </a:p>
                  </a:txBody>
                  <a:tcPr marL="77525" marR="77525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для хранения</a:t>
                      </a:r>
                      <a:r>
                        <a:rPr lang="ru-RU" baseline="0" dirty="0" smtClean="0"/>
                        <a:t> данных</a:t>
                      </a:r>
                      <a:endParaRPr lang="ru-RU" dirty="0"/>
                    </a:p>
                  </a:txBody>
                  <a:tcPr marL="77525" marR="77525"/>
                </a:tc>
                <a:extLst>
                  <a:ext uri="{0D108BD9-81ED-4DB2-BD59-A6C34878D82A}">
                    <a16:rowId xmlns:a16="http://schemas.microsoft.com/office/drawing/2014/main" val="116731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Формы</a:t>
                      </a:r>
                      <a:endParaRPr lang="ru-RU" dirty="0"/>
                    </a:p>
                  </a:txBody>
                  <a:tcPr marL="77525" marR="77525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для ввода</a:t>
                      </a:r>
                      <a:r>
                        <a:rPr lang="ru-RU" baseline="0" dirty="0" smtClean="0"/>
                        <a:t> данных</a:t>
                      </a:r>
                      <a:endParaRPr lang="ru-RU" dirty="0"/>
                    </a:p>
                  </a:txBody>
                  <a:tcPr marL="77525" marR="77525"/>
                </a:tc>
                <a:extLst>
                  <a:ext uri="{0D108BD9-81ED-4DB2-BD59-A6C34878D82A}">
                    <a16:rowId xmlns:a16="http://schemas.microsoft.com/office/drawing/2014/main" val="1627539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Запросы</a:t>
                      </a:r>
                      <a:endParaRPr lang="ru-RU" dirty="0"/>
                    </a:p>
                  </a:txBody>
                  <a:tcPr marL="77525" marR="77525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для работы с данными</a:t>
                      </a:r>
                      <a:endParaRPr lang="ru-RU" dirty="0"/>
                    </a:p>
                  </a:txBody>
                  <a:tcPr marL="77525" marR="77525"/>
                </a:tc>
                <a:extLst>
                  <a:ext uri="{0D108BD9-81ED-4DB2-BD59-A6C34878D82A}">
                    <a16:rowId xmlns:a16="http://schemas.microsoft.com/office/drawing/2014/main" val="3484409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Отчёты</a:t>
                      </a:r>
                      <a:endParaRPr lang="ru-RU" dirty="0"/>
                    </a:p>
                  </a:txBody>
                  <a:tcPr marL="77525" marR="77525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для ввода информации</a:t>
                      </a:r>
                      <a:r>
                        <a:rPr lang="ru-RU" baseline="0" dirty="0" smtClean="0"/>
                        <a:t> из </a:t>
                      </a:r>
                      <a:r>
                        <a:rPr lang="ru-RU" baseline="0" dirty="0" err="1" smtClean="0"/>
                        <a:t>бд</a:t>
                      </a:r>
                      <a:endParaRPr lang="ru-RU" dirty="0"/>
                    </a:p>
                  </a:txBody>
                  <a:tcPr marL="77525" marR="77525"/>
                </a:tc>
                <a:extLst>
                  <a:ext uri="{0D108BD9-81ED-4DB2-BD59-A6C34878D82A}">
                    <a16:rowId xmlns:a16="http://schemas.microsoft.com/office/drawing/2014/main" val="2582131509"/>
                  </a:ext>
                </a:extLst>
              </a:tr>
            </a:tbl>
          </a:graphicData>
        </a:graphic>
      </p:graphicFrame>
      <p:sp>
        <p:nvSpPr>
          <p:cNvPr id="7" name="Стрелка вправо 6">
            <a:hlinkClick r:id="rId2" action="ppaction://hlinksldjump"/>
          </p:cNvPr>
          <p:cNvSpPr/>
          <p:nvPr/>
        </p:nvSpPr>
        <p:spPr>
          <a:xfrm>
            <a:off x="10607040" y="5561215"/>
            <a:ext cx="1138844" cy="498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628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 Power Point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В большинстве случаев презентация готовится для показа с использованием компьютера, ведь именно при таком показе презентации можно реализовать все преимущества электронной презентации.</a:t>
            </a:r>
          </a:p>
          <a:p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385" y="2125663"/>
            <a:ext cx="3865217" cy="3778250"/>
          </a:xfrm>
        </p:spPr>
      </p:pic>
      <p:sp>
        <p:nvSpPr>
          <p:cNvPr id="6" name="Стрелка вправо 5">
            <a:hlinkClick r:id="rId3" action="ppaction://hlinksldjump"/>
          </p:cNvPr>
          <p:cNvSpPr/>
          <p:nvPr/>
        </p:nvSpPr>
        <p:spPr>
          <a:xfrm>
            <a:off x="10199716" y="6159731"/>
            <a:ext cx="1022466" cy="3823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488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Организация работы с информацией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170352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2386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29294" y="1022465"/>
            <a:ext cx="98007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К достоинствам слайдовой презентации можно отнести:</a:t>
            </a:r>
          </a:p>
          <a:p>
            <a:r>
              <a:rPr lang="ru-RU" sz="3600" dirty="0"/>
              <a:t>последовательность изложения;</a:t>
            </a:r>
          </a:p>
          <a:p>
            <a:r>
              <a:rPr lang="ru-RU" sz="3600" dirty="0"/>
              <a:t>возможность воспользоваться официальными шпаргалками;</a:t>
            </a:r>
          </a:p>
          <a:p>
            <a:r>
              <a:rPr lang="ru-RU" sz="3600" dirty="0"/>
              <a:t>мультимедийные эффекты;</a:t>
            </a:r>
          </a:p>
          <a:p>
            <a:r>
              <a:rPr lang="ru-RU" sz="3600" dirty="0"/>
              <a:t>копируемость;</a:t>
            </a:r>
          </a:p>
          <a:p>
            <a:r>
              <a:rPr lang="ru-RU" sz="3600" dirty="0"/>
              <a:t>транспортабельность.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3249391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</TotalTime>
  <Words>198</Words>
  <Application>Microsoft Office PowerPoint</Application>
  <PresentationFormat>Широкоэкранный</PresentationFormat>
  <Paragraphs>49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Легкий дым</vt:lpstr>
      <vt:lpstr>Microsoft Office </vt:lpstr>
      <vt:lpstr>Оглавление</vt:lpstr>
      <vt:lpstr>Текстовый редактор MS Word</vt:lpstr>
      <vt:lpstr>Табличный процессор MS Excel</vt:lpstr>
      <vt:lpstr>СУБД MS Access</vt:lpstr>
      <vt:lpstr>MS Power Point</vt:lpstr>
      <vt:lpstr>Организация работы с информацией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Office</dc:title>
  <dc:creator>Kab-31-16</dc:creator>
  <cp:lastModifiedBy>Kab-31-16</cp:lastModifiedBy>
  <cp:revision>6</cp:revision>
  <dcterms:created xsi:type="dcterms:W3CDTF">2025-02-18T08:13:03Z</dcterms:created>
  <dcterms:modified xsi:type="dcterms:W3CDTF">2025-02-18T09:05:44Z</dcterms:modified>
</cp:coreProperties>
</file>